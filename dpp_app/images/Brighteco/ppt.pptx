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A9A84-9042-38D1-1565-F02DF5B1A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FFDB5-7430-C791-1DCE-C45C97CE8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E6ACF-C0BA-B03C-F708-44FF2A977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0616-2C6D-1748-A1A7-1F79410BC38B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79AF5-4739-0618-1CFA-18C8CAE93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11B77-66AD-8E90-CCFE-B4468DDE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318A-2B9F-404D-8F59-0367A4AF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1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D6D1-DFE5-C24C-5075-361383B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F45E1-5413-FC43-0DF6-63F617A09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4358C-E305-6D2F-0EE1-371DA0444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0616-2C6D-1748-A1A7-1F79410BC38B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BA2B3-93AF-4D97-9EEA-A2F2901D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662DA-4EB5-9863-F24C-9343DE09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318A-2B9F-404D-8F59-0367A4AF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43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8924-829B-AAEF-519E-7FB7C4C2F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7C485-CEE4-B652-57A9-9491104F5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FE657-4DEF-E746-1DC8-44346AAAA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0616-2C6D-1748-A1A7-1F79410BC38B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328BF-6005-CE6B-A8BC-03C0491F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4AD7F-EEF9-BB81-D658-51C18B7C9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318A-2B9F-404D-8F59-0367A4AF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5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C0487-68A5-3B34-8480-BDBDAE900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CB1FA-00D5-F3D7-EC3D-31E6262C0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5CC0B8-E1B4-8179-C077-FCB5500BC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752A7-42FC-EE93-860E-9C9C76FCF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0616-2C6D-1748-A1A7-1F79410BC38B}" type="datetimeFigureOut">
              <a:rPr lang="en-US" smtClean="0"/>
              <a:t>5/15/25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41F6F-EDE7-E5A2-8BA8-34D675A7B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67CF6-5DC0-C189-5129-64F7CD53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318A-2B9F-404D-8F59-0367A4AF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5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C501-11A3-206E-5A04-8819AC38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C4E63-6122-77DF-336E-66392EE5B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79C76-6B46-1F16-4FCB-E4A3783BE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56D15-C383-1E00-4729-E46A41BAF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E3E79-72F0-6EFA-1DF9-CE8EC0374B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4F69AA-36E8-579C-9B38-129F6B2B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0616-2C6D-1748-A1A7-1F79410BC38B}" type="datetimeFigureOut">
              <a:rPr lang="en-US" smtClean="0"/>
              <a:t>5/15/25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8607C1-5BA3-E511-24D7-A4B935D88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BF0CF-C7F2-B64C-2DF9-D17C589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318A-2B9F-404D-8F59-0367A4AF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12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94C7-2D5D-C9C6-8C56-7C4F10522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A4F8E-33F9-AD00-FB52-E97FC3E6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0616-2C6D-1748-A1A7-1F79410BC38B}" type="datetimeFigureOut">
              <a:rPr lang="en-US" smtClean="0"/>
              <a:t>5/15/25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5188FA-F66A-876D-7EE7-4A3A7FD5D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CDACF3-9AB2-F99C-9A1E-A82D41C57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318A-2B9F-404D-8F59-0367A4AF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0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9929A9-CE49-29F9-D9CC-83EBE608C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0616-2C6D-1748-A1A7-1F79410BC38B}" type="datetimeFigureOut">
              <a:rPr lang="en-US" smtClean="0"/>
              <a:t>5/15/25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77EDD-8151-814B-735E-A8E82439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BD9C2-622F-F043-1B9F-0AFB1C5A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318A-2B9F-404D-8F59-0367A4AF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2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5A14-3986-BDA8-DE7C-3F3CF720E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B4B5C-1CBE-746B-A5BA-E729FA235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14D43-773B-82AF-8790-0A71DAEF1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EC4F1-9D7E-DB52-ECEE-890F22FA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0616-2C6D-1748-A1A7-1F79410BC38B}" type="datetimeFigureOut">
              <a:rPr lang="en-US" smtClean="0"/>
              <a:t>5/15/25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E2B57-BB2C-6159-8D02-43BAABACA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1CEE9-9A49-1577-4205-D3FA6A16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318A-2B9F-404D-8F59-0367A4AF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2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186C2-7B54-2A94-664E-30670A0A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FE495-BF7F-3496-3073-5A394F2748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BDE8D-39D5-4AC7-2A95-6A85D1E8A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A21EE-75C9-9C44-5575-481A080C2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0616-2C6D-1748-A1A7-1F79410BC38B}" type="datetimeFigureOut">
              <a:rPr lang="en-US" smtClean="0"/>
              <a:t>5/15/25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72AE2-B388-5E65-14D9-1F19CE3E8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10B41-9BB5-758F-F2F1-E4A4F80F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318A-2B9F-404D-8F59-0367A4AF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09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AB739-3DE8-9D1E-257C-3F0E5CFF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94B2A-539C-D83C-8848-9F7FC980C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944FB-17CA-E4FB-40AF-D0434C87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0616-2C6D-1748-A1A7-1F79410BC38B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5AA01-E727-F191-7998-4D8E71F8F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72E2F-B378-E0D3-2506-C4768E6A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318A-2B9F-404D-8F59-0367A4AF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4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21302-8C46-2C1D-0761-F36CA8D767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53486-71AD-F6A1-784A-4A1FBBC98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B97BB-78C3-8216-0777-47A15104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0616-2C6D-1748-A1A7-1F79410BC38B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81A1D-BEBC-C3E9-1625-FFC77B574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BBFF6-4468-5607-6BF3-B718C4154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318A-2B9F-404D-8F59-0367A4AF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6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6FA800-935B-2A80-40C1-E2845FDE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42FE8-8219-06BE-129E-7A71E0371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9B277-BE7F-01DC-C2B7-939C387A6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00616-2C6D-1748-A1A7-1F79410BC38B}" type="datetimeFigureOut">
              <a:rPr lang="en-US" smtClean="0"/>
              <a:t>5/15/25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5FBBC-046F-D6A7-EB4A-FA2540907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C66BD-09A6-2EEE-5B0C-BB6E4B8B7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A318A-2B9F-404D-8F59-0367A4AF2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27109CF-44FB-7669-7F66-4D859ACD43C2}"/>
              </a:ext>
            </a:extLst>
          </p:cNvPr>
          <p:cNvGrpSpPr/>
          <p:nvPr/>
        </p:nvGrpSpPr>
        <p:grpSpPr>
          <a:xfrm>
            <a:off x="2361749" y="1201296"/>
            <a:ext cx="1828800" cy="1828800"/>
            <a:chOff x="2361749" y="1201296"/>
            <a:chExt cx="1828800" cy="18288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73B16A-BDAD-A7A2-8DE9-55441E2B9C27}"/>
                </a:ext>
              </a:extLst>
            </p:cNvPr>
            <p:cNvSpPr>
              <a:spLocks/>
            </p:cNvSpPr>
            <p:nvPr/>
          </p:nvSpPr>
          <p:spPr>
            <a:xfrm>
              <a:off x="2361749" y="1201296"/>
              <a:ext cx="1828800" cy="1828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DCF540E-7834-BD10-6166-427A7DA59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7057" y="1924113"/>
              <a:ext cx="1438183" cy="3831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0142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Berenice Gudino</dc:creator>
  <cp:lastModifiedBy>Berenice Gudino</cp:lastModifiedBy>
  <cp:revision>1</cp:revision>
  <dcterms:created xsi:type="dcterms:W3CDTF">2025-05-15T06:58:31Z</dcterms:created>
  <dcterms:modified xsi:type="dcterms:W3CDTF">2025-05-15T07:29:30Z</dcterms:modified>
</cp:coreProperties>
</file>